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fa0d05235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fa0d05235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5569ad2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5569ad2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e3de2e600d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e3de2e600d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twgo.io/oled0" TargetMode="External"/><Relationship Id="rId4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twgo.io/vygya" TargetMode="External"/><Relationship Id="rId4" Type="http://schemas.openxmlformats.org/officeDocument/2006/relationships/hyperlink" Target="https://twgo.io/oleds" TargetMode="External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86400" y="737775"/>
            <a:ext cx="8520600" cy="98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OLED</a:t>
            </a:r>
            <a:r>
              <a:rPr lang="zh-TW"/>
              <a:t>顯示器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hlink"/>
                </a:solidFill>
                <a:uFill>
                  <a:noFill/>
                </a:uFill>
                <a:hlinkClick r:id="rId3"/>
              </a:rPr>
              <a:t>twgo.io/oled0</a:t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4">
            <a:alphaModFix/>
          </a:blip>
          <a:srcRect b="7210" l="36644" r="2988" t="25213"/>
          <a:stretch/>
        </p:blipFill>
        <p:spPr>
          <a:xfrm>
            <a:off x="2596500" y="2075925"/>
            <a:ext cx="4462802" cy="2810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接線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2928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OLED              ESP32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GND                GND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VDD(CC)         3.3V (5V)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SCL(K)            22 (SCL)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SDA                21 (SDA)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U8G2</a:t>
            </a:r>
            <a:r>
              <a:rPr lang="zh-TW"/>
              <a:t>程式庫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Arduino</a:t>
            </a:r>
            <a:r>
              <a:rPr lang="zh-TW"/>
              <a:t>線上版本的U8G2中文字非常少，會有缺字，台灣MAKER群</a:t>
            </a:r>
            <a:r>
              <a:rPr lang="zh-TW">
                <a:solidFill>
                  <a:schemeClr val="dk1"/>
                </a:solidFill>
              </a:rPr>
              <a:t>協力製作</a:t>
            </a:r>
            <a:r>
              <a:rPr lang="zh-TW"/>
              <a:t>(主要為益師傅)的u8g2程式庫可支援七千字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U8G2程式庫下載：</a:t>
            </a:r>
            <a:r>
              <a:rPr lang="zh-TW" sz="21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twgo.io/vygya</a:t>
            </a:r>
            <a:endParaRPr sz="2400" u="sng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範例程式下載：</a:t>
            </a:r>
            <a:r>
              <a:rPr lang="zh-TW" sz="21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https://twgo.io/oleds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 rotWithShape="1">
          <a:blip r:embed="rId5">
            <a:alphaModFix/>
          </a:blip>
          <a:srcRect b="-3499" l="13629" r="10905" t="8685"/>
          <a:stretch/>
        </p:blipFill>
        <p:spPr>
          <a:xfrm>
            <a:off x="5873725" y="2027800"/>
            <a:ext cx="2610475" cy="2459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" name="Google Shape;69;p15"/>
          <p:cNvCxnSpPr/>
          <p:nvPr/>
        </p:nvCxnSpPr>
        <p:spPr>
          <a:xfrm>
            <a:off x="6222850" y="2461700"/>
            <a:ext cx="12102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" name="Google Shape;70;p15"/>
          <p:cNvCxnSpPr/>
          <p:nvPr/>
        </p:nvCxnSpPr>
        <p:spPr>
          <a:xfrm>
            <a:off x="6222850" y="2461700"/>
            <a:ext cx="7200" cy="1006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71" name="Google Shape;71;p15"/>
          <p:cNvPicPr preferRelativeResize="0"/>
          <p:nvPr/>
        </p:nvPicPr>
        <p:blipFill rotWithShape="1">
          <a:blip r:embed="rId6">
            <a:alphaModFix/>
          </a:blip>
          <a:srcRect b="68442" l="46156" r="48226" t="16244"/>
          <a:stretch/>
        </p:blipFill>
        <p:spPr>
          <a:xfrm rot="-5400000">
            <a:off x="6650763" y="2105287"/>
            <a:ext cx="1136899" cy="1925076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5775300" y="2172300"/>
            <a:ext cx="3057000" cy="24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rgbClr val="FF0000"/>
                </a:solidFill>
              </a:rPr>
              <a:t>（0,0）        x</a:t>
            </a:r>
            <a:endParaRPr b="1"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rgbClr val="FF0000"/>
                </a:solidFill>
              </a:rPr>
              <a:t>   y</a:t>
            </a:r>
            <a:endParaRPr b="1"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94000"/>
              </a:lnSpc>
              <a:spcBef>
                <a:spcPts val="800"/>
              </a:spcBef>
              <a:spcAft>
                <a:spcPts val="200"/>
              </a:spcAft>
              <a:buNone/>
            </a:pPr>
            <a:r>
              <a:rPr b="1" lang="zh-TW" sz="1800">
                <a:solidFill>
                  <a:srgbClr val="FF0000"/>
                </a:solidFill>
              </a:rPr>
              <a:t>                          （128,64）</a:t>
            </a:r>
            <a:endParaRPr b="1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離線版本程式庫安裝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3016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1. 下載壓縮檔(不用解開)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2. 草稿碼sketch/程式庫/</a:t>
            </a:r>
            <a:br>
              <a:rPr lang="zh-TW"/>
            </a:br>
            <a:r>
              <a:rPr lang="zh-TW"/>
              <a:t>    加入zip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3. 如果事先已經安裝其他版本，請先移除</a:t>
            </a: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6675" y="593788"/>
            <a:ext cx="6591300" cy="32861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/>
          <p:nvPr/>
        </p:nvSpPr>
        <p:spPr>
          <a:xfrm>
            <a:off x="4023550" y="765675"/>
            <a:ext cx="708900" cy="238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4331375" y="2531100"/>
            <a:ext cx="708900" cy="238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6911600" y="883350"/>
            <a:ext cx="1170600" cy="238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950" y="3739525"/>
            <a:ext cx="4147801" cy="113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